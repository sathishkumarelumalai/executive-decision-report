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95959"/>
                </a:solidFill>
                <a:latin typeface="Arial"/>
              </a:rPr>
              <a:t>Annual revenue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1109</c:v>
                </c:pt>
                <c:pt idx="1">
                  <c:v>1098</c:v>
                </c:pt>
                <c:pt idx="2">
                  <c:v>1149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r>
              <a:rPr sz="1200" b="0" i="0" u="none" strike="noStrike">
                <a:solidFill>
                  <a:srgbClr val="595959"/>
                </a:solidFill>
                <a:latin typeface="Arial"/>
              </a:rPr>
              <a:t>Share of revenue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7F8FA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Top 20% customers</c:v>
                </c:pt>
                <c:pt idx="1">
                  <c:v>Other 80%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37.2</c:v>
                </c:pt>
                <c:pt idx="1">
                  <c:v>62.8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Capstone: Profit Growth Strategy from Sales Analytics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YOUR NAME   |   Date: DD-MM-YYYY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fixing discounts and scaling South can add about $43K profit a year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$3.36M, margin 17.0%, up 4.6% in 2025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discounts above 20% lose $40 each on average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earns 35% of revenue; top 20% of customers earn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64008" cy="33832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Cap discounts at 20% with approval rules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Scale the South region playbook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Launch a top-customer retention programme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Gain: $43.3K per year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$15.1K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ROI: 187%, payback 4.2 months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context: growth is slow and discounting is eroding margin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was $1.11M in 2023, $1.10M in 2024, $1.15M in 2025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of orders lose money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spread unevenly across regions and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64008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margin leakage from discounting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profit in the strongest region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revenue from the top customers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 a three-part, $15.1K plan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4,000 orders over 36 months analysed in Python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sales dataset, 4,000 orders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696 customers, 4 regions, 3 categories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to Dec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64008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parsed, missing values dropped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% and month fields derived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2918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32918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and trend analysis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by region, category, customer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Three-scenario ROI modelling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snapshot: $3.36M revenue at a 17.0% margin, up 4.6% in 2025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$3.36M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$0.57M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17.0%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97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66560" y="1417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+4.6%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2025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606040"/>
          <a:ext cx="8229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 1: South and Office Supplies carry the business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6</a:t>
            </a:r>
            <a:endParaRPr lang="en-US" sz="900" dirty="0"/>
          </a:p>
        </p:txBody>
      </p:sp>
      <p:pic>
        <p:nvPicPr>
          <p:cNvPr id="5" name="Image 0" descr="/home/claude/Executive_Decision_Report_Kit/charts/02_region_categ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931920"/>
            <a:ext cx="64008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0233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38912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earns 35% of revenue and Office Supplies 52%: protect both and copy the South playbook elsewhere.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 2: monthly revenue is volatile with no clear upward trend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7</a:t>
            </a:r>
            <a:endParaRPr lang="en-US" sz="900" dirty="0"/>
          </a:p>
        </p:txBody>
      </p:sp>
      <p:pic>
        <p:nvPicPr>
          <p:cNvPr id="5" name="Image 0" descr="/home/claude/Executive_Decision_Report_Kit/charts/01_revenue_tr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12064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1280160"/>
            <a:ext cx="292608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3736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moved -1.0% then +4.6%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not coming from volume alone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and mix are the levers to pull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 3: the top 20% of customers generate 37% of revenue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80160"/>
            <a:ext cx="292608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1371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173736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moderate, not extreme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139 customers drive $1.25M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here has a high payoff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areas: deep discounts put about $33K of profit at risk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leakage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 orders with discount above 20% lose $40 each on average, $33.0K in total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orders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of all orders lose money, a $34.6K drag on profit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is 35% of revenue; the top 20% of customers are 37%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017520"/>
            <a:ext cx="64008" cy="1554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108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474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over 36 months; costs and uplift rates are assumptions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1: cap discounts at 20% and require approval above it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20% hard cap in the order system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approval for exceptions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use monthly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823 orders above 20% lose $40 each on average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half of those losses is realistic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implement, fast to prove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gain: $17.1K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$3.4K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408%, payback 2.4 months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2: scale the South region playbook to other regions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what South does differently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 East, then North and West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targeted sales capacity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profit is $196K, the largest region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8% profit lift is a modest target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model reduces execution risk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gain: $15.7K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$6.7K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133%, payback 5.1 months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3: launch a retention programme for the top 20% of customers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account owner per top customer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pricing without deep discounts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business reviews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give 37% of revenue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profit uplift on this group is conservative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costs less than acquisition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26517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280160"/>
            <a:ext cx="64008" cy="3383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7373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gain: $10.6K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$5.0K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ROI: 111%, payback 5.7 months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projections: 187% expected return with payback in about four months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gains and investment in $K; scenarios from ROI_Calculator.xlsx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1554480"/>
                <a:gridCol w="1554480"/>
                <a:gridCol w="15544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Discount 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 (205%)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 (408%)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 (561%)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Scale South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 (40%)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 (133%)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 (204%)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Retention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(27%)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 (111%)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 (174%)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 (72%)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 (187%)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 (273%)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conservative 60%, optimistic 130% of expected gain. R1 recovers 50% of losses on discounts above 20%; R2 lifts South profit 8%; R3 lifts top-customer profit 5%. Costs are 5% of revenue times 2-4%.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timeline: pilot in month 1, full rollout by month 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 (Month 0-1)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1874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set discount cap; map South playbook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Operations lead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loss-making orders 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463040"/>
            <a:ext cx="3108960" cy="5486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 (Month 2-4)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19456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extend to East, North, West; assign account owners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Business head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revenue and margin per region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463040"/>
            <a:ext cx="292608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 (Month 5-6)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219456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review results, adjust caps and loyalty terms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Analytics team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ROI achieved vs 187% plan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requested and next steps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Report  | 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33832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needed from leadership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$15.1K budget for the three initiatives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an owner for each recommendation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Green-light the discount-cap pilot next month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023360" cy="3383280"/>
          </a:xfrm>
          <a:prstGeom prst="rect">
            <a:avLst/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280160"/>
            <a:ext cx="64008" cy="3383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links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github.com/YOUR-USERNAME/executive-decision-report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Final_Analysis_YourName.ipynb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model: ROI_Calculator.xlsx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Decision Report</dc:title>
  <dc:subject>PptxGenJS Presentation</dc:subject>
  <dc:creator>YOUR NAME</dc:creator>
  <cp:lastModifiedBy>YOUR NAME</cp:lastModifiedBy>
  <cp:revision>1</cp:revision>
  <dcterms:created xsi:type="dcterms:W3CDTF">2026-10-07T16:06:06Z</dcterms:created>
  <dcterms:modified xsi:type="dcterms:W3CDTF">2026-10-07T16:06:06Z</dcterms:modified>
</cp:coreProperties>
</file>